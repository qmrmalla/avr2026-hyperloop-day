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4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1540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0"/>
            <a:ext cx="8321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Day with Hyperloop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11480" y="26974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Immersives VR-Lernmodul für Meta Quest 2/3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1605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Modul: Augmented and Virtual Reality (AVR)  ·  Berliner Hochschule für Technik  ·  </a:t>
            </a:r>
            <a:r>
              <a:rPr lang="en-US" sz="1100" dirty="0" err="1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HyperBRIDGE</a:t>
            </a:r>
            <a:r>
              <a:rPr lang="en-US" sz="11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Interreg-</a:t>
            </a:r>
            <a:r>
              <a:rPr lang="en-US" sz="1100" dirty="0" err="1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</a:t>
            </a:r>
            <a:r>
              <a:rPr lang="en-US" sz="11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. Kamar Al </a:t>
            </a:r>
            <a:r>
              <a:rPr lang="en-US" sz="1100" dirty="0" err="1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0" y="457200"/>
            <a:ext cx="2560320" cy="2560320"/>
          </a:xfrm>
          <a:prstGeom prst="ellipse">
            <a:avLst/>
          </a:prstGeom>
          <a:solidFill>
            <a:srgbClr val="00B4D8">
              <a:alpha val="15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822960"/>
            <a:ext cx="1828800" cy="182880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Problemstellung &amp; Projektidee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840480" cy="3474720"/>
          </a:xfrm>
          <a:prstGeom prst="rect">
            <a:avLst/>
          </a:prstGeom>
          <a:solidFill>
            <a:srgbClr val="E8F4F8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80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Das 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Schulen &amp; Hochschulen fehlt der Zugang zu Hyperloop-Lernmaterial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Unternehmen kennen das Potenzial kaum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grenzüberschreitenden Erlebnisformate (D/NL)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1143000"/>
            <a:ext cx="384048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74920" y="1280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Unsere Antwort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74920" y="178308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Immersives VR-Erlebnis statt Infovortrag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Passagier-Perspektive: Hyperloop wirklich erleben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Kontextuell eingebettete Lernmomente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Nutzt offizielles goTube-3D-Asset (HS Emden/Leer)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15968" y="2606040"/>
            <a:ext cx="512064" cy="228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79392" y="248716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Didaktisches Konzept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Ansatz: Situated Learning – Lernen durch Erleben im realistischen Kontext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19202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72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Wissen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ist Hyperloop? Unterschied zu Bahn und Flugzeug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87168" y="1554480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87168" y="1554480"/>
            <a:ext cx="19202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1572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87168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Verstehen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78608" y="265176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Vakuumröhre, Magnetschwebung, aerodynamische Kapsel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08576" y="1554480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1554480"/>
            <a:ext cx="19202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1572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08576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Fühlen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00016" y="265176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Emotionale Bindung zur Technologie durch Immersion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29984" y="1554480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9984" y="1554480"/>
            <a:ext cx="192024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9984" y="1572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29984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Reflektieren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21424" y="265176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Bedeutung für die Region Deutschland / Niederlande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4 Szenen des Erlebnisses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057400" y="2148840"/>
            <a:ext cx="384048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1965960" cy="3611880"/>
          </a:xfrm>
          <a:prstGeom prst="rect">
            <a:avLst/>
          </a:prstGeom>
          <a:solidFill>
            <a:srgbClr val="122235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097280"/>
            <a:ext cx="960120" cy="9601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115568"/>
            <a:ext cx="960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21488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25420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17830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Ankunft am Hyperloop-Bahnhof. Infopunkte per Gaze aktivieren. Vergleich mit anderen Verkehrsmitteln.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24528" y="2148840"/>
            <a:ext cx="384048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41448" y="1005840"/>
            <a:ext cx="1965960" cy="3611880"/>
          </a:xfrm>
          <a:prstGeom prst="rect">
            <a:avLst/>
          </a:prstGeom>
          <a:solidFill>
            <a:srgbClr val="122235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44368" y="1097280"/>
            <a:ext cx="960120" cy="9601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44368" y="1115568"/>
            <a:ext cx="960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41448" y="21488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Einsteigen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41448" y="25420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32888" y="2834640"/>
            <a:ext cx="17830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goTube-3D-Asset als Kapsel. Druckausgleich &amp; Magnetschwebung per Audio erklärt. 360°-Ansicht.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91656" y="2148840"/>
            <a:ext cx="384048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8576" y="1005840"/>
            <a:ext cx="1965960" cy="3611880"/>
          </a:xfrm>
          <a:prstGeom prst="rect">
            <a:avLst/>
          </a:prstGeom>
          <a:solidFill>
            <a:srgbClr val="122235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11496" y="1097280"/>
            <a:ext cx="960120" cy="9601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11496" y="1115568"/>
            <a:ext cx="960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08576" y="21488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08576" y="25420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0016" y="2834640"/>
            <a:ext cx="17830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Animierte Röhrenfahrt. HUD mit 0→700 km/h. Controller-Haptics. Bordinformationssystem-Kommentar.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75704" y="1005840"/>
            <a:ext cx="1965960" cy="3611880"/>
          </a:xfrm>
          <a:prstGeom prst="rect">
            <a:avLst/>
          </a:prstGeom>
          <a:solidFill>
            <a:srgbClr val="122235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78624" y="1097280"/>
            <a:ext cx="960120" cy="9601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78624" y="1115568"/>
            <a:ext cx="960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775704" y="21488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Ankunft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75704" y="25420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67144" y="2834640"/>
            <a:ext cx="17830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Panoramablick auf NL-Landschaft. 3 Kernfakten-Infographic. Optionales Mini-Quiz mit 3 Fragen.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Technologie-Stack &amp; Assets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502920"/>
          </a:xfrm>
          <a:prstGeom prst="rect">
            <a:avLst/>
          </a:prstGeom>
          <a:solidFill>
            <a:srgbClr val="F0F8FC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5603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63240" y="1143000"/>
            <a:ext cx="5623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2022.3 LTS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645920"/>
            <a:ext cx="25603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SDK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63240" y="1691640"/>
            <a:ext cx="5623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XR SDK (All-in-One)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8412480" cy="502920"/>
          </a:xfrm>
          <a:prstGeom prst="rect">
            <a:avLst/>
          </a:prstGeom>
          <a:solidFill>
            <a:srgbClr val="F0F8FC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25603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63240" y="2240280"/>
            <a:ext cx="5623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Building Blocks (Gaze, Locomotion)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743200"/>
            <a:ext cx="25603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889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3D-Assets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63240" y="2788920"/>
            <a:ext cx="5623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goTube Unity-Package + eigene Geometrie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291840"/>
            <a:ext cx="8412480" cy="502920"/>
          </a:xfrm>
          <a:prstGeom prst="rect">
            <a:avLst/>
          </a:prstGeom>
          <a:solidFill>
            <a:srgbClr val="F0F8FC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291840"/>
            <a:ext cx="25603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37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63240" y="3337560"/>
            <a:ext cx="5623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TTS + Freesound.org (CC)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840480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840480"/>
            <a:ext cx="25603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86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Versionskontrolle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063240" y="3886200"/>
            <a:ext cx="5623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4389120"/>
            <a:ext cx="8412480" cy="502920"/>
          </a:xfrm>
          <a:prstGeom prst="rect">
            <a:avLst/>
          </a:prstGeom>
          <a:solidFill>
            <a:srgbClr val="F0F8FC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389120"/>
            <a:ext cx="256032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434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Zielplattform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063240" y="4434840"/>
            <a:ext cx="5623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Quest 2 &amp; 3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Zeitplan – 6 Wochen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9144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881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1051560"/>
            <a:ext cx="2286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08813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Konzept &amp; Setup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49040" y="1051560"/>
            <a:ext cx="5029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10881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GitHub-Repo, Unity aufsetzen, goTube importieren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19072"/>
            <a:ext cx="9144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556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71600" y="1719072"/>
            <a:ext cx="2286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17556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Szene 1 &amp; 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49040" y="1719072"/>
            <a:ext cx="5029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7556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+ Kapsel, Gaze-Interaktion, Platzhalter-Audio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386584"/>
            <a:ext cx="9144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423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371600" y="2386584"/>
            <a:ext cx="2286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Szene 3 – Fahrt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749040" y="2386584"/>
            <a:ext cx="5029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2423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Röhren-Animation, HUD, Haptics, Kommentar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054096"/>
            <a:ext cx="9144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0906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W4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371600" y="3054096"/>
            <a:ext cx="2286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17320" y="30906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Szene 4 &amp; Lernen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749040" y="3054096"/>
            <a:ext cx="5029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30906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Ankunft, Infographic, Mini-Quiz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721608"/>
            <a:ext cx="9144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75818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W5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371600" y="3721608"/>
            <a:ext cx="2286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17320" y="37581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&amp; Testing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749040" y="3721608"/>
            <a:ext cx="5029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0" y="37581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Übergänge, Performance Quest 2/3, Comfort-Test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389120"/>
            <a:ext cx="9144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4256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W6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371600" y="4389120"/>
            <a:ext cx="2286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17320" y="44256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749040" y="4389120"/>
            <a:ext cx="5029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8DD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0" y="44256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Moodle-PDF, Präsentation fertig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657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Zusammenfassung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„A Day with Hyperloop“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2103120"/>
            <a:ext cx="8321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Immersives VR-Lernmodul für Meta Quest 2 &amp; 3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narrative Szenen: Terminal → Einsteigen → Fahrt → Ankunft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Situated Learning: Erleben vor Erklären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Nutzt goTube-3D-Asset &amp; Meta Building Blocks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Einzelentwicklung, 6 Wochen, GitHub-Workflow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AVR2026-HYPERLOOP-DAY  ·  HyperBRIDGE Interreg-Projekt  · Berliner Hochschule für Technik   . Kamar Al </a:t>
            </a:r>
            <a:r>
              <a:rPr lang="en-US" sz="1000" dirty="0" err="1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0" y="274320"/>
            <a:ext cx="2743200" cy="27432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731520"/>
            <a:ext cx="1828800" cy="182880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397</Words>
  <Application>Microsoft Macintosh PowerPoint</Application>
  <PresentationFormat>Bildschirmpräsentation (16:9)</PresentationFormat>
  <Paragraphs>94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Day with Hyperloop – Konzeptpräsentation</dc:title>
  <dc:subject>PptxGenJS Presentation</dc:subject>
  <dc:creator>PptxGenJS</dc:creator>
  <cp:lastModifiedBy>Microsoft Office User</cp:lastModifiedBy>
  <cp:revision>2</cp:revision>
  <dcterms:created xsi:type="dcterms:W3CDTF">2026-05-05T19:26:05Z</dcterms:created>
  <dcterms:modified xsi:type="dcterms:W3CDTF">2026-05-06T10:52:51Z</dcterms:modified>
</cp:coreProperties>
</file>